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Opening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Recast fixture marker 4711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</a:rPr>
              <a:t>Second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one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Point two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2026-09-18T21:07:36Z</dcterms:created>
  <dcterms:modified xsi:type="dcterms:W3CDTF">2026-09-18T21:07:36Z</dcterms:modified>
</cp:coreProperties>
</file>