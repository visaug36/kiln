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</a:rPr>
              <a:t>Opening slide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Kiln fixture marker 4711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</a:rPr>
              <a:t>Second slide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Point one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Point two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2026-09-15T11:09:33Z</dcterms:created>
  <dcterms:modified xsi:type="dcterms:W3CDTF">2026-09-15T11:09:33Z</dcterms:modified>
</cp:coreProperties>
</file>